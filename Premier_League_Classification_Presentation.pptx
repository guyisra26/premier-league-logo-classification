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18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Premier League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Classification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with Convolutional Neural Networks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Final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 Israeli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731520"/>
            <a:ext cx="1097280" cy="3840480"/>
          </a:xfrm>
          <a:prstGeom prst="rect">
            <a:avLst/>
          </a:prstGeom>
          <a:solidFill>
            <a:srgbClr val="10B981">
              <a:alpha val="88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138160" y="1097280"/>
            <a:ext cx="731520" cy="310896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" y="11283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Task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023360" cy="742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English Premier League football club logos into 20 classes using CNNs.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are visually distinct but share structural similarities — circular shapes, text, symbolic elements — forcing fine-grained discrimination.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1508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577840" y="1097280"/>
            <a:ext cx="1508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577840" y="1280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57784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097280"/>
            <a:ext cx="1508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150876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7315200" y="1280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152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Classes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514600"/>
            <a:ext cx="32461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76072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 70% Train  /  15% Val  /  15% Test  (stratified)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91440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Logo Classification?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scale, rotation, background clutter &amp; quality — non-trivial task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images/class: large enough for from-scratch training, small enough that transfer learning provides measurable advantage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20-class setup: harder than binary, doesn't require massive compute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CNNs from Scratch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Architectures — SimpleCNN vs DeepCNN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79476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SimpleCNN (Baseline)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convolutional blocks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→ BatchNorm → ReLU → MaxPool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progression: 32 → 64 → 128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Flatten → FC(512) → ReLU → Dropout → FC(20)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~1.5M parameters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Minimal baseline — how well can a simple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 distinguish 20 logo classes?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DeepCNN (Advanced)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convolutional blocks + skip connections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→ BatchNorm → ReLU → MaxPool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progression: 32 → 64 → 128 → 256 → 256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at blocks 3 &amp; 5 (residual addition)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GAP → FC(256) → ReLU → Dropout → FC(20)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~3.5M parameters  |  Configurable BN &amp; Dropout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Test whether increased depth with residual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improves feature learning.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 Comparison — Adam vs SGD+Momentum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optimizers tested on both architectures — all other hyperparameters fixed.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SGD+M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StepLR (γ=0.1, step=7)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SGD+M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StepLR (γ=0.1, step=7)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converges faster due to adaptive per-parameter learning rates — practical when compute is limited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SGD+Momentum with StepLR schedule can match or exceed Adam's final accuracy with proper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DeepCNN consistently outperforms SimpleCNN — skip connections enable deeper feature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— Learning Rate &amp; Batch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947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794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 Sweep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DeepCNN + Adam  |  lr ∈ {1e-2, 1e-3, 1e-4}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3200400" cy="1170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LR risks instability, lower LR converges slowly.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sweet spot for Adam on this dataset.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1148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9834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Size Sweep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8348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DeepCNN + Adam (lr=1e-3)  |  bs ∈ {32, 64, 128}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965960"/>
          <a:ext cx="3520440" cy="1170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98348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batches add gradient noise (implicit regularization).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batches give smoother updates and faster per-epoch time.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" y="3977640"/>
            <a:ext cx="81838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9144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14400" y="4315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is secondary to architecture choices, but can shift final performance by several percentage points. Sequential tuning (LR → BS → regularization) is practical under compute constraints.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BatchNorm &amp; Regularization Ablations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94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64008" cy="1828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Normalization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DeepCNN trained with and without BN layers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normalizes intermediate activations → reduces internal covariate shift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removing BN destabilizes deeper model, slows convergence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the model, the more critical BN becomes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64008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9834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 Ablation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rates tested: 0.0, 0.3, 0.5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— max capacity, most overfitting risk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— mild regularization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— strong regularization, limits train acc but improves generalization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794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Decay (L2)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weight_decay=1e-4 penalizes large weights, encouraging smoother decision boundaries. Complementary to dropout.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98348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with vs without augmentation (flip, rotation, color jitter, random crop). Measures effect on train-val gap.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experiment changes one variable at a time — controlled ablation to attribute results to specific factors.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via CIFAR-100 Pretraining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CIFAR-100 Pretraining &amp; Fine-Tuning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DeepCNN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CIFAR-100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classes)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2880360" y="1234440"/>
            <a:ext cx="32004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288036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trained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weights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disk (.pth)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4983480" y="123444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9834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100-class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with new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20-class head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7086600" y="123444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708660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logos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lr=1e-4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(reduced LR)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017520"/>
            <a:ext cx="3794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91440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CIFAR-100?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classes of natural images — forces diverse feature learning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different from logos (photos vs graphics) — makes transfer non-trivial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hypothesis: are low-level features (edges, textures) domain-agnostic?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9834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Points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speed: fewer epochs to match baseline?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accuracy: higher ceiling or just faster?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smoother loss curves?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epochs: does pretrained model start ahead?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Pretrained ResNet50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 — Freezing Strategies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265176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Frozen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all ResNet layers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the new FC 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~40K trainable params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if ImageNet features are sufficient as-is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38728" y="109728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3538728" y="109728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721608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Unfreeze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21608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 + FC head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21608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up to layer3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layer4 + 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~8M trainable params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21608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high-level features to adapt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09728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6437376" y="109728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620256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Fine-Tune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0256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LR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trainable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lr=1e-5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lr=1e-3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0256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adaptation with stability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81838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9144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 Adaptation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ResNet50 with ImageNet weights (1.2M images, 1000 classes)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final FC layer: nn.Linear(2048, 20) with Dropout(0.3)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resized to 224×224 with ImageNet normalization (mean=[0.485, 0.456, 0.406])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Summary — All Experiments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Experiment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Part 1 — From Scratch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SimpleCNN + Adam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SimpleCNN + SGD+M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 + Adam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Part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 + SGD+M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 (no BN)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 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 (no aug)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Part 2 — CIFAR-100 Transfer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DeepCNN pretrained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Part 3 — ResNet50 (ImageNet)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(head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~40K trainable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(layer4+head)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~8M trainable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Diff. 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experiments: seed=42, stratified split (70/15/15), early stopping with patience=4, 12 epochs max.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Evaluation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64008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Curves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accuracy for every experiment.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train vs val to diagnose overfitting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(divergence = overfit, both high = underfit).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64008" cy="14630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512064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logo pairs are most confused.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if visually similar logos (similar colors,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crests) cause systematic errors.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68680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F1 Scores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for each of 20 classes.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= model struggles with specific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logos; low variance = consistent performance.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2788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4892040" y="278892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5120640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Grad-CAM Heatmaps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explanations showing which image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drive predictions. Verifies the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to logo features, not background.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use seed=42, stratified splits (70/15/15), and the same test set for fair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Conclusions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8183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143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 weights dominate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35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(ImageNet) achieves the highest accuracy — large-scale pretraining is the single largest factor, even for graphically designed logos.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8183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075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+ skip connections help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3682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DeepCNN outperforms SimpleCNN, confirming that residual connections enable better feature hierarchies without gradient degradation.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916936"/>
            <a:ext cx="8183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822960" y="3081528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2296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083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BatchNorm is essential for depth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3009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BN from the 5-block model degrades stability and convergence — deeper architectures need normalization.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8183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822960" y="4014216"/>
            <a:ext cx="36576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229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9410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 closes the gap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2336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weight decay, and data augmentation each reduce overfitting. Their individual impact is smaller than architecture/pretraining choices.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insight: low-level features (edges, textures) are domain-agnostic; high-level features require fine-tuning for the target domain.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— What Would I Do Differently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81838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914400" y="136245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architectures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EfficientNet or Vision Transformers (ViT) — better accuracy-to-parameter ratio than ResNet50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91109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Domain-matched pretraining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FlickrLogos-32 instead of CIFAR-100 to test whether source domain similarity matters more than dataset size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45973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143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augmentation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CutMix/MixUp to help from-scratch models close the gap with transfer learning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00837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resolution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beyond 128×128 for custom CNNs to preserve fine-grained logo details (text, small symbols)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55701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114300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749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custom CNN + ResNet50 predictions for higher accuracy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github.com/Guyisra26/Premier-League-Logo-Classification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~20,000 images  |  20 Premier League clubs  |  PyTorch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731520"/>
            <a:ext cx="1097280" cy="3840480"/>
          </a:xfrm>
          <a:prstGeom prst="rect">
            <a:avLst/>
          </a:prstGeom>
          <a:solidFill>
            <a:srgbClr val="10B981">
              <a:alpha val="88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138160" y="1097280"/>
            <a:ext cx="731520" cy="310896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Microsoft Macintosh PowerPoint</Application>
  <PresentationFormat>On-screen Show (16:9)</PresentationFormat>
  <Paragraphs>304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Premier League Logo Classification — Deep Learning Final Project</dc:title>
  <dc:subject>PptxGenJS Presentation</dc:subject>
  <dc:creator>Guy Israeli</dc:creator>
  <cp:lastModifiedBy>Guy shalem Israeli</cp:lastModifiedBy>
  <cp:revision>2</cp:revision>
  <dcterms:created xsi:type="dcterms:W3CDTF">2026-02-20T10:44:23Z</dcterms:created>
  <dcterms:modified xsi:type="dcterms:W3CDTF">2026-02-20T13:19:03Z</dcterms:modified>
</cp:coreProperties>
</file>